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gi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Fperf_c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838" y="1625791"/>
            <a:ext cx="8360019" cy="4967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ostgresql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08" y="2025787"/>
            <a:ext cx="4605751" cy="428383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qemu-npu-tenni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13" y="2038690"/>
            <a:ext cx="5805569" cy="411609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