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perf_c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38" y="1432245"/>
            <a:ext cx="8360019" cy="4967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ostgresql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08" y="1819338"/>
            <a:ext cx="4605751" cy="42838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qemu-npu-tenni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3" y="1819338"/>
            <a:ext cx="5805569" cy="41160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